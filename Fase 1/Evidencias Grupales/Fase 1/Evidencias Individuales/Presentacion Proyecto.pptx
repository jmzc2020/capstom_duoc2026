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754" y="-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2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2BB3C03-5742-FCEB-4379-DDA805C327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F8FA5A-5053-D30D-0DB3-27431C63C4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4FFD3-2176-4DBE-A469-0F4A2262E7DE}" type="datetimeFigureOut">
              <a:rPr lang="es-CL" smtClean="0"/>
              <a:t>30-08-2026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815908-47EA-2ACC-1C28-A3BDF63EBC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D5CC624-9051-F26B-4772-89A5736AF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8EFC9-C893-48A6-8A26-87038A9A92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2398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2382" b="238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7" name="Imagen 6" descr="Archivo:OR Logotipo DuocUC.jpg - Wikipedia, la enciclopedia libre">
            <a:extLst>
              <a:ext uri="{FF2B5EF4-FFF2-40B4-BE49-F238E27FC236}">
                <a16:creationId xmlns:a16="http://schemas.microsoft.com/office/drawing/2014/main" id="{38611119-2739-0183-057D-AFFAB3E5E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0" y="228600"/>
            <a:ext cx="3034340" cy="7547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499"/>
          <a:stretch>
            <a:fillRect/>
          </a:stretch>
        </p:blipFill>
        <p:spPr>
          <a:xfrm>
            <a:off x="0" y="-3314"/>
            <a:ext cx="16256000" cy="9147313"/>
          </a:xfrm>
          <a:prstGeom prst="rect">
            <a:avLst/>
          </a:prstGeom>
        </p:spPr>
      </p:pic>
      <p:pic>
        <p:nvPicPr>
          <p:cNvPr id="6" name="Imagen 5" descr="Archivo:OR Logotipo DuocUC.jpg - Wikipedia, la enciclopedia libre">
            <a:extLst>
              <a:ext uri="{FF2B5EF4-FFF2-40B4-BE49-F238E27FC236}">
                <a16:creationId xmlns:a16="http://schemas.microsoft.com/office/drawing/2014/main" id="{D31FEA47-1A8F-76A4-ABE1-E855878C9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0" y="228600"/>
            <a:ext cx="3034340" cy="754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  <p:pic>
        <p:nvPicPr>
          <p:cNvPr id="6" name="Imagen 5" descr="Archivo:OR Logotipo DuocUC.jpg - Wikipedia, la enciclopedia libre">
            <a:extLst>
              <a:ext uri="{FF2B5EF4-FFF2-40B4-BE49-F238E27FC236}">
                <a16:creationId xmlns:a16="http://schemas.microsoft.com/office/drawing/2014/main" id="{79FDFD0F-C5F6-DD26-34B3-6DC049EA8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0" y="228600"/>
            <a:ext cx="3034340" cy="754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  <p:pic>
        <p:nvPicPr>
          <p:cNvPr id="6" name="Imagen 5" descr="Archivo:OR Logotipo DuocUC.jpg - Wikipedia, la enciclopedia libre">
            <a:extLst>
              <a:ext uri="{FF2B5EF4-FFF2-40B4-BE49-F238E27FC236}">
                <a16:creationId xmlns:a16="http://schemas.microsoft.com/office/drawing/2014/main" id="{1745133E-6796-0E21-AC51-86533CF23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0" y="228600"/>
            <a:ext cx="3034340" cy="754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48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  <p:pic>
        <p:nvPicPr>
          <p:cNvPr id="6" name="Imagen 5" descr="Archivo:OR Logotipo DuocUC.jpg - Wikipedia, la enciclopedia libre">
            <a:extLst>
              <a:ext uri="{FF2B5EF4-FFF2-40B4-BE49-F238E27FC236}">
                <a16:creationId xmlns:a16="http://schemas.microsoft.com/office/drawing/2014/main" id="{EEC56FE5-5EB9-22D4-30AE-7FFF0A7F4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0" y="228600"/>
            <a:ext cx="3034340" cy="754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  <p:pic>
        <p:nvPicPr>
          <p:cNvPr id="6" name="Imagen 5" descr="Archivo:OR Logotipo DuocUC.jpg - Wikipedia, la enciclopedia libre">
            <a:extLst>
              <a:ext uri="{FF2B5EF4-FFF2-40B4-BE49-F238E27FC236}">
                <a16:creationId xmlns:a16="http://schemas.microsoft.com/office/drawing/2014/main" id="{D8063444-4294-DECA-4EA0-DE18716B5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2400" y="152400"/>
            <a:ext cx="3034340" cy="754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  <p:pic>
        <p:nvPicPr>
          <p:cNvPr id="4" name="Imagen 3" descr="Archivo:OR Logotipo DuocUC.jpg - Wikipedia, la enciclopedia libre">
            <a:extLst>
              <a:ext uri="{FF2B5EF4-FFF2-40B4-BE49-F238E27FC236}">
                <a16:creationId xmlns:a16="http://schemas.microsoft.com/office/drawing/2014/main" id="{641D6BE0-A859-1FA0-07D7-CE8EAB6EB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0" y="228600"/>
            <a:ext cx="3034340" cy="7547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  <p:pic>
        <p:nvPicPr>
          <p:cNvPr id="6" name="Imagen 5" descr="Archivo:OR Logotipo DuocUC.jpg - Wikipedia, la enciclopedia libre">
            <a:extLst>
              <a:ext uri="{FF2B5EF4-FFF2-40B4-BE49-F238E27FC236}">
                <a16:creationId xmlns:a16="http://schemas.microsoft.com/office/drawing/2014/main" id="{29B1F0F6-6ECA-E92C-809B-4370949D6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6199" y="152400"/>
            <a:ext cx="3369649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  <p:pic>
        <p:nvPicPr>
          <p:cNvPr id="4" name="Imagen 3" descr="Archivo:OR Logotipo DuocUC.jpg - Wikipedia, la enciclopedia libre">
            <a:extLst>
              <a:ext uri="{FF2B5EF4-FFF2-40B4-BE49-F238E27FC236}">
                <a16:creationId xmlns:a16="http://schemas.microsoft.com/office/drawing/2014/main" id="{A8F58A75-A7D7-1A7A-8892-14DC4FC8D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0" y="228600"/>
            <a:ext cx="3034340" cy="7547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-420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47BF2B5-53E5-465B-F40A-A447ADD248BC}"/>
              </a:ext>
            </a:extLst>
          </p:cNvPr>
          <p:cNvSpPr/>
          <p:nvPr/>
        </p:nvSpPr>
        <p:spPr>
          <a:xfrm>
            <a:off x="14224000" y="8458200"/>
            <a:ext cx="20320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Personalizado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José Zaid Cárdenas</cp:lastModifiedBy>
  <cp:revision>2</cp:revision>
  <dcterms:created xsi:type="dcterms:W3CDTF">2006-08-16T00:00:00Z</dcterms:created>
  <dcterms:modified xsi:type="dcterms:W3CDTF">2026-08-31T04:14:40Z</dcterms:modified>
</cp:coreProperties>
</file>